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factory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548640"/>
            <a:ext cx="109728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548640"/>
            <a:ext cx="45720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INDUSTRIAL PROJECT  •  2026  •  LEAKGUARD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7772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5400" b="1">
                <a:solidFill>
                  <a:srgbClr val="00D4FF"/>
                </a:solidFill>
                <a:latin typeface="Calibri"/>
              </a:defRPr>
            </a:pPr>
            <a:r>
              <a:t>LeakGuard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Autonomous Edge-AI Robot</a:t>
            </a:r>
            <a:br/>
            <a:r>
              <a:t>for Compressed-Air Leak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4DA3FF"/>
                </a:solidFill>
                <a:latin typeface="Calibri"/>
              </a:defRPr>
            </a:pPr>
            <a:r>
              <a:t>Smart Industrial Energy Monitoring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03320"/>
            <a:ext cx="5029200" cy="12700"/>
          </a:xfrm>
          <a:prstGeom prst="rect">
            <a:avLst/>
          </a:prstGeom>
          <a:solidFill>
            <a:srgbClr val="3C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4754880" cy="2194560"/>
          </a:xfrm>
          <a:prstGeom prst="roundRect">
            <a:avLst/>
          </a:prstGeom>
          <a:solidFill>
            <a:srgbClr val="111B3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PROJECT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Team Lead:  Sachin.N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8289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Member 1:  Rithish.P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6694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FC3"/>
                </a:solidFill>
                <a:latin typeface="Calibri"/>
              </a:defRPr>
            </a:pPr>
            <a:r>
              <a:t>Member 2:  [Add Name]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65099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Dept:  ECE / EEE / Mechatronics  | 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731520"/>
            <a:ext cx="2011680" cy="457200"/>
          </a:xfrm>
          <a:prstGeom prst="roundRect">
            <a:avLst/>
          </a:prstGeom>
          <a:solidFill>
            <a:srgbClr val="0F2350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731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Calibri"/>
              </a:defRPr>
            </a:pPr>
            <a:r>
              <a:t>●  LEAKGUARD  •  EDGE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02  •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669280" cy="438912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DA3FF"/>
                </a:solidFill>
                <a:latin typeface="Calibri"/>
              </a:defRPr>
            </a:pPr>
            <a:r>
              <a:t>Why This Project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Compressed air is widely used in industries.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Small pipeline leaks waste energy.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Leaks increase operating costs.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Our robot scans pipelines automatically.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It detects leaks in real time.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Edge AI processes data locally.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●  Fast, smart, and energy efficient.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0720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2_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4389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7878"/>
                </a:solidFill>
                <a:latin typeface="Calibri"/>
              </a:defRPr>
            </a:pPr>
            <a:r>
              <a:t>03  •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720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3_leak_v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743200" cy="2011680"/>
          </a:xfrm>
          <a:prstGeom prst="roundRect">
            <a:avLst/>
          </a:prstGeom>
          <a:solidFill>
            <a:srgbClr val="14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011680"/>
            <a:ext cx="54864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FF"/>
                </a:solidFill>
                <a:latin typeface="Calibri"/>
              </a:defRPr>
            </a:pPr>
            <a:r>
              <a:t>⏱ TIME CONSUMING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Manual leak inspection</a:t>
            </a:r>
            <a:br/>
            <a:r>
              <a:t>is slow and inefficient.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828800"/>
            <a:ext cx="2743200" cy="201168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2011680"/>
            <a:ext cx="54864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FF"/>
                </a:solidFill>
                <a:latin typeface="Calibri"/>
              </a:defRPr>
            </a:pPr>
            <a:r>
              <a:t>👁 HIDDEN LEAKS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97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Small leaks remain</a:t>
            </a:r>
            <a:br/>
            <a:r>
              <a:t>unnoticed for long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2743200" cy="2011680"/>
          </a:xfrm>
          <a:prstGeom prst="roundRect">
            <a:avLst/>
          </a:prstGeom>
          <a:solidFill>
            <a:srgbClr val="14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297680"/>
            <a:ext cx="54864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678"/>
                </a:solidFill>
                <a:latin typeface="Calibri"/>
              </a:defRPr>
            </a:pPr>
            <a:r>
              <a:t>📡 NO CONTINUOUS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24/7 manual monitoring</a:t>
            </a:r>
            <a:br/>
            <a:r>
              <a:t>is difficult.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114800"/>
            <a:ext cx="2743200" cy="201168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4297680"/>
            <a:ext cx="54864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526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678"/>
                </a:solidFill>
                <a:latin typeface="Calibri"/>
              </a:defRPr>
            </a:pPr>
            <a:r>
              <a:t>⚡ HIGH ENERGY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Leaks increase energy use</a:t>
            </a:r>
            <a:br/>
            <a:r>
              <a:t>and maintenance cost.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04  • 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Objective / Aim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72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4_robot_in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457200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60720" y="1828800"/>
            <a:ext cx="5669280" cy="438912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DA3FF"/>
                </a:solidFill>
                <a:latin typeface="Calibri"/>
              </a:defRPr>
            </a:pPr>
            <a:r>
              <a:t>Our Main Goals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603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🤖  Detect compressed-air leaks automatically.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📍  Locate the approximate leak position.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👷  Reduce manual inspection effort.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🚨  Provide faster alerts for maintenance.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⚡  Reduce energy wastage and save cost.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🏭  Enable smart industrial maintenance.</a:t>
            </a:r>
          </a:p>
        </p:txBody>
      </p:sp>
      <p:sp>
        <p:nvSpPr>
          <p:cNvPr id="10" name="Oval 9"/>
          <p:cNvSpPr/>
          <p:nvPr/>
        </p:nvSpPr>
        <p:spPr>
          <a:xfrm>
            <a:off x="10789920" y="2651760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0789920" y="3264408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32644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10789920" y="3877056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387705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10789920" y="4489704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44897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5102352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0" y="51023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10789920" y="5715000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5715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5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05  • 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Flow Chart / Block Diagram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828800"/>
            <a:ext cx="3931920" cy="411480"/>
          </a:xfrm>
          <a:prstGeom prst="roundRect">
            <a:avLst/>
          </a:prstGeom>
          <a:solidFill>
            <a:srgbClr val="122855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🏭 Compressed-Air Pipeline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9320" y="2265680"/>
            <a:ext cx="182880" cy="73152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242316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🤖 Line-Following Robot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9320" y="2860040"/>
            <a:ext cx="182880" cy="73152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301752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64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🎙 Ultrasonic / Acoustic Sensor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9320" y="3454400"/>
            <a:ext cx="182880" cy="73152"/>
          </a:xfrm>
          <a:prstGeom prst="downArrow">
            <a:avLst/>
          </a:prstGeom>
          <a:solidFill>
            <a:srgbClr val="64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361188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96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🧠 Edge AI Processing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4048760"/>
            <a:ext cx="182880" cy="73152"/>
          </a:xfrm>
          <a:prstGeom prst="downArrow">
            <a:avLst/>
          </a:prstGeom>
          <a:solidFill>
            <a:srgbClr val="96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0" y="4206240"/>
            <a:ext cx="3931920" cy="411480"/>
          </a:xfrm>
          <a:prstGeom prst="roundRect">
            <a:avLst/>
          </a:prstGeom>
          <a:solidFill>
            <a:srgbClr val="463C14"/>
          </a:solidFill>
          <a:ln w="15240">
            <a:solidFill>
              <a:srgbClr val="FFC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❓ Leak Detected?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89320" y="4643120"/>
            <a:ext cx="182880" cy="73152"/>
          </a:xfrm>
          <a:prstGeom prst="downArrow">
            <a:avLst/>
          </a:prstGeom>
          <a:solidFill>
            <a:srgbClr val="FFC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0" y="480060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📍 Location Recorded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89320" y="5237480"/>
            <a:ext cx="182880" cy="73152"/>
          </a:xfrm>
          <a:prstGeom prst="downArrow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0" y="539496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📡 LoRa / Wireless Comm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89320" y="5831840"/>
            <a:ext cx="182880" cy="73152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0" y="598932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💻 Gateway / Dashboard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989320" y="6426200"/>
            <a:ext cx="182880" cy="73152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0" y="6583680"/>
            <a:ext cx="3931920" cy="411480"/>
          </a:xfrm>
          <a:prstGeom prst="roundRect">
            <a:avLst/>
          </a:prstGeom>
          <a:solidFill>
            <a:srgbClr val="55191E"/>
          </a:solidFill>
          <a:ln w="1524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🚨 Maintenance Alert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01168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🤖 Robot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Moves on 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65760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94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🎙 Sensor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Hears leak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0352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40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🧠 Edge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52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Thinks locally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01168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148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📡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5603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Long range</a:t>
            </a:r>
            <a:br/>
            <a:r>
              <a:t>wireless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65760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3794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💻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42062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Live monitoring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530352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54406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🚨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852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Fast maintenance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6_futuris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06  • 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669280" cy="2926080"/>
          </a:xfrm>
          <a:prstGeom prst="roundRect">
            <a:avLst/>
          </a:prstGeom>
          <a:solidFill>
            <a:srgbClr val="111B37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Autonomous detection reduces manual effort.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Edge AI enables fast local decisions.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Early leak detection saves energy and cost.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System can expand for smart maintenance.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4572000" cy="2926080"/>
          </a:xfrm>
          <a:prstGeom prst="roundRect">
            <a:avLst/>
          </a:prstGeom>
          <a:solidFill>
            <a:srgbClr val="0C1632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1031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FF"/>
                </a:solidFill>
                <a:latin typeface="Calibri"/>
              </a:defRPr>
            </a:pPr>
            <a:r>
              <a:t>LeakGuard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0604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2743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36118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A3F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1148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FC3"/>
                </a:solidFill>
                <a:latin typeface="Calibri"/>
              </a:defRPr>
            </a:pPr>
            <a:r>
              <a:t>Team Lead: Sachin.N | Rithish.P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66928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FC3"/>
                </a:solidFill>
                <a:latin typeface="Calibri"/>
              </a:defRPr>
            </a:pPr>
            <a:r>
              <a:t>LeakGuard | Autonomous Edge-AI Robot for Compressed-Air Leak Detection | Team Lead: Sachin.N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