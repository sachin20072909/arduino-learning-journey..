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privacy hook: we detect phishing in the browser without sending user data to the cloud. Introduce team.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privacy tension clear. End on the key question.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slide. Hit the four selling points: on-device, private, real-time, lightweight.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pipeline once, slowly. Emphasize local inference.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list every feature. Pick 2 URL + 2 page examples a judge can picture.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model not locked. Sell compactness, locality, interpretability.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differentiator. Contrast cloud upload vs local model. ~40s.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mock UI. 94% is an example verdict for the popup, not a measured accuracy. ~35s.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invent numbers. Say “target 95%+” clearly. Stress recall.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three sources. Stress held-out evaluation, not training score.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maturity. Name 2 limits, 2 next steps, then the feasible core. ~30s.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Detect / Protect / Preserve. Invite questions. ~25s.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01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HACKATHON PITCH  ·  PRIVACY-FIRST WEB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6766560" cy="17373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Browser-Based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Phishing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6675120" cy="8229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On-device machine learning for real-time web security.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Detect phishing websites without sending user data to the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94176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On-device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3657600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3694176"/>
            <a:ext cx="132588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Real-time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3657600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694176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Privacy-first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3657600"/>
            <a:ext cx="155448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3694176"/>
            <a:ext cx="155448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Lightweight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2103120" cy="20116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98848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[Team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97680"/>
            <a:ext cx="4023360" cy="20116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98848"/>
            <a:ext cx="4023360" cy="3200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[Member 1]  ·  [Member 2]  ·  [Member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6400800" cy="20116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38928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[Hackathon Name]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051560"/>
            <a:ext cx="4297680" cy="470916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1051560"/>
            <a:ext cx="4297680" cy="502920"/>
          </a:xfrm>
          <a:prstGeom prst="rect">
            <a:avLst/>
          </a:prstGeom>
          <a:solidFill>
            <a:srgbClr val="111827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35240" y="1207008"/>
            <a:ext cx="164592" cy="164592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45552" y="1207008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55864" y="1207008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1170432"/>
            <a:ext cx="3200400" cy="292608"/>
          </a:xfrm>
          <a:prstGeom prst="roundRect">
            <a:avLst>
              <a:gd name="adj" fmla="val 8000"/>
            </a:avLst>
          </a:prstGeom>
          <a:solidFill>
            <a:srgbClr val="060910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170432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18288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⚠  http://paypa1-secure-login.xyz/auth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737360"/>
            <a:ext cx="274320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Paypa1 Secure 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1691640"/>
            <a:ext cx="1005840" cy="4572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2286000"/>
            <a:ext cx="3749039" cy="38404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26679" y="2788920"/>
            <a:ext cx="3749039" cy="38404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726679" y="3291840"/>
            <a:ext cx="3749039" cy="384048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79" y="388620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28121C"/>
          </a:solidFill>
          <a:ln w="15240">
            <a:solidFill>
              <a:srgbClr val="78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023360"/>
            <a:ext cx="3566160" cy="11430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ECDD3"/>
                </a:solidFill>
                <a:latin typeface="Calibri"/>
                <a:cs typeface="Calibri"/>
                <a:ea typeface="Calibri"/>
              </a:rPr>
              <a:t>AI verdict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ECDD3"/>
                </a:solidFill>
                <a:latin typeface="Calibri"/>
                <a:cs typeface="Calibri"/>
                <a:ea typeface="Calibri"/>
              </a:rPr>
              <a:t>Likely phishing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ECDD3"/>
                </a:solidFill>
                <a:latin typeface="Calibri"/>
                <a:cs typeface="Calibri"/>
                <a:ea typeface="Calibri"/>
              </a:rPr>
              <a:t>Analyzed locally — data never left this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02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One Click Can Expose Everything.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664207"/>
            <a:ext cx="2962656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Convincing fakes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75103"/>
            <a:ext cx="2962656" cy="106070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Phishing sites imitate banks, email, and cloud logins people already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55448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3" y="1664207"/>
            <a:ext cx="2962656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High-value theft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3" y="1975103"/>
            <a:ext cx="2962656" cy="106070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One form submit can leak passwords, cards, and personal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355848"/>
            <a:ext cx="2962656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Cloud trade-offs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666744"/>
            <a:ext cx="2962656" cy="106070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Many detectors send URLs or page data to remote servers.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24612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3" y="3355848"/>
            <a:ext cx="2962656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No time to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3" y="3666744"/>
            <a:ext cx="2962656" cy="106070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A warning must appear before the user hits “Sign in”.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554480"/>
            <a:ext cx="4754880" cy="32461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1664208"/>
            <a:ext cx="4480560" cy="256032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ATTACK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993392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993392"/>
            <a:ext cx="42062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User clicks a 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633472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2633472"/>
            <a:ext cx="42062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Looks like a trusted site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3273552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3273552"/>
            <a:ext cx="42062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Password / banking details entered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80" y="3913632"/>
            <a:ext cx="4206240" cy="50292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3913632"/>
            <a:ext cx="42062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ECDD3"/>
                </a:solidFill>
                <a:latin typeface="Calibri"/>
                <a:cs typeface="Calibri"/>
                <a:ea typeface="Calibri"/>
              </a:rPr>
              <a:t>Credentials stolen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46888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08960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749039"/>
            <a:ext cx="4206240" cy="20116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8348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029200"/>
            <a:ext cx="11018520" cy="548640"/>
          </a:xfrm>
          <a:prstGeom prst="rect">
            <a:avLst/>
          </a:prstGeom>
          <a:noFill/>
        </p:spPr>
        <p:txBody>
          <a:bodyPr wrap="square" lIns="73152" rIns="73152" tIns="36576" bIns="18288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Key question   ·   How can we detect phishing in real time while keeping user data on the device?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03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OUR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7772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Phishing Detection, Directly Inside the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A Chrome extension that scores the current page locally — then shows a clear, human verdict.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0008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Current tab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05740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305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Feature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50008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URL + page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05740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305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On-device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50008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No cloud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05740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1305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350008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0–100%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205740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130552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350008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3 simple states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2240280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2240280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2240280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2240280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17520"/>
            <a:ext cx="141732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54096"/>
            <a:ext cx="141732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4D399"/>
                </a:solidFill>
                <a:latin typeface="Calibri"/>
                <a:cs typeface="Calibri"/>
                <a:ea typeface="Calibri"/>
              </a:rPr>
              <a:t>●  Safe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3017520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3054096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BF24"/>
                </a:solidFill>
                <a:latin typeface="Calibri"/>
                <a:cs typeface="Calibri"/>
                <a:ea typeface="Calibri"/>
              </a:rPr>
              <a:t>●  Suspicious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3017520"/>
            <a:ext cx="224028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3054096"/>
            <a:ext cx="224028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●  Likely Phishing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66160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3675887"/>
            <a:ext cx="2029967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3986783"/>
            <a:ext cx="2029967" cy="1472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Runs on the user’s device.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0" y="3566160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98064" y="3675887"/>
            <a:ext cx="2029967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Private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98064" y="3986783"/>
            <a:ext cx="2029967" cy="1472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No page data required in the cloud.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3566160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4064" y="3675887"/>
            <a:ext cx="2029967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Real-time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4064" y="3986783"/>
            <a:ext cx="2029967" cy="1472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Scores the page as it loads.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3566160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0064" y="3675887"/>
            <a:ext cx="2029967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Lightweight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0064" y="3986783"/>
            <a:ext cx="2029967" cy="1472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Compact model for the browser.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3566160"/>
            <a:ext cx="2176272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56064" y="3675887"/>
            <a:ext cx="2029967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Transparent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56064" y="3986783"/>
            <a:ext cx="2029967" cy="1472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Shows the signals behind the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04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From URL to Verdict in Milliseconds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Every step — extraction, scoring, and the final warning — happens inside the browser. Inference does not require a cloud round-trip.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1292840" cy="41605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14884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Chrome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67712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48840"/>
            <a:ext cx="301752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01752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Browser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267712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148840"/>
            <a:ext cx="324612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148840"/>
            <a:ext cx="324612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Feature 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017520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09067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URL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310127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Length, host, TLD, lookalikes, IP, special chars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017520"/>
            <a:ext cx="4709160" cy="8686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09067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Page content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10127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Forms, HTTPS, iframes, brand mismatch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1148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338328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30–40 engineered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224528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1148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20040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On-device ML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24528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114800"/>
            <a:ext cx="292608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114800"/>
            <a:ext cx="292608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Phishing probability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50292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29200"/>
            <a:ext cx="320040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4D399"/>
                </a:solidFill>
                <a:latin typeface="Calibri"/>
                <a:cs typeface="Calibri"/>
                <a:ea typeface="Calibri"/>
              </a:rPr>
              <a:t>Safe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50292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029200"/>
            <a:ext cx="320040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BF24"/>
                </a:solidFill>
                <a:latin typeface="Calibri"/>
                <a:cs typeface="Calibri"/>
                <a:ea typeface="Calibri"/>
              </a:rPr>
              <a:t>Suspicious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0292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5029200"/>
            <a:ext cx="320040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Likely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05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30–40 Signals Behind Every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44805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2120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URL-BASED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What the address reveals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5120640" cy="338328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URL length and nested path structure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Number of subdomains and suspicious TLDs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Special characters and encoding tricks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IP address used instead of a domain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Typosquatting / lookalike brand spellings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Character similarity to known brands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Suspicious URL structures overall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532120" cy="44805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2120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PAGE CONTENT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What the page is asking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120640" cy="338328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Login forms and password fields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Credential-harvesting indicators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HTTP / non-secure connections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Embedded iframes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Brand vs. content mismatch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Suspicious form destinations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Odd post-load form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06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MACHINE LEARNING  ·  MODEL-SELECTION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Small Model. Fast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15568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Trained offline, then shipped with the extension. Inference stays on-device. Final architecture is still being selected — we are comparing two compact options.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52120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CANDIDATE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Gradient-boosted 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37160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Strong on tabular URL / page features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Stays compact after training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Easier to inspect which signals 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29968"/>
            <a:ext cx="52120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CANDIDATE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Compact neural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120640" cy="137160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Small enough for browser runtimes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Fast forward-pass on CPU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Fits ONNX / TF.js-style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33172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30–40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590288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448056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4480560"/>
            <a:ext cx="265176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Selected compact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590288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48056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480560"/>
            <a:ext cx="233172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Probability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590288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4480560"/>
            <a:ext cx="292608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4480560"/>
            <a:ext cx="292608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Thresholds → verdict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03520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40096"/>
            <a:ext cx="169164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Trained offline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30352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340096"/>
            <a:ext cx="201168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No cloud inference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5303520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340096"/>
            <a:ext cx="196596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Low-latency design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5303520"/>
            <a:ext cx="2331720" cy="34747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340096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Feature-based = explainable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07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PRIVACY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Your Data Stays on Your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44805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7780">
            <a:solidFill>
              <a:srgbClr val="50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52120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TRADITIONAL CLOUD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212080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Page data leaves the browser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60320"/>
            <a:ext cx="48920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48920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82112"/>
            <a:ext cx="48920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82112"/>
            <a:ext cx="48920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Website information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03904"/>
            <a:ext cx="48920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03904"/>
            <a:ext cx="48920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Cloud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25696"/>
            <a:ext cx="48920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25696"/>
            <a:ext cx="48920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47488"/>
            <a:ext cx="4892040" cy="5029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4892040" cy="50292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Result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5532120" cy="44805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7780">
            <a:solidFill>
              <a:srgbClr val="185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19072"/>
            <a:ext cx="52120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  <a:cs typeface="Calibri"/>
                <a:ea typeface="Calibri"/>
              </a:rPr>
              <a:t>OUR 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5212080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Inference never needs the 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560320"/>
            <a:ext cx="4892040" cy="43891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560320"/>
            <a:ext cx="4892040" cy="438912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User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3063239"/>
            <a:ext cx="4892040" cy="43891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063239"/>
            <a:ext cx="4892040" cy="438912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Website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566160"/>
            <a:ext cx="4892040" cy="438912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566160"/>
            <a:ext cx="4892040" cy="438912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Local ML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69080"/>
            <a:ext cx="4892040" cy="438912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069080"/>
            <a:ext cx="4892040" cy="438912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17720"/>
            <a:ext cx="4937760" cy="128016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No URL required for inference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No webpage content uploaded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Works with weaker connectivity · faster local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08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USER EXPERIENCE  ·  EXAMPLE UI  ·  NOT A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Simple language. One glance. Built for a non-technical user.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5029200" cy="4297680"/>
          </a:xfrm>
          <a:prstGeom prst="roundRect">
            <a:avLst>
              <a:gd name="adj" fmla="val 8000"/>
            </a:avLst>
          </a:prstGeom>
          <a:solidFill>
            <a:srgbClr val="101826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3108960" cy="2743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🛡  PhishGuard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920240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28121C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956816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LIVE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4663440" cy="256032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http://paypa1-secure-login.xyz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466344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⚠  LIKELY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01168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RISK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80"/>
            <a:ext cx="1828800" cy="4572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94%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4617720" cy="128016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4343400" cy="128016"/>
          </a:xfrm>
          <a:prstGeom prst="roundRect">
            <a:avLst>
              <a:gd name="adj" fmla="val 8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466344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WHY THIS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4663440" cy="192024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Suspicious URL structure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Brand similarity detected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Credential form found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Non-secure connection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1783080"/>
            <a:ext cx="5989320" cy="12801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228600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984248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34D399"/>
                </a:solidFill>
                <a:latin typeface="Calibri"/>
                <a:cs typeface="Calibri"/>
                <a:ea typeface="Calibri"/>
              </a:rPr>
              <a:t>SAFE — Low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77440"/>
            <a:ext cx="521208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Looks consistent with a legitimate site.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00400"/>
            <a:ext cx="5989320" cy="12801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0" y="3703320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401568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BBF24"/>
                </a:solidFill>
                <a:latin typeface="Calibri"/>
                <a:cs typeface="Calibri"/>
                <a:ea typeface="Calibri"/>
              </a:rPr>
              <a:t>SUSPICIOUS — Review Carefully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94760"/>
            <a:ext cx="521208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Some signals don’t add up. Pause before you sign in.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4617720"/>
            <a:ext cx="5989320" cy="12801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0" y="5120640"/>
            <a:ext cx="201168" cy="201168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818888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B7185"/>
                </a:solidFill>
                <a:latin typeface="Calibri"/>
                <a:cs typeface="Calibri"/>
                <a:ea typeface="Calibri"/>
              </a:rPr>
              <a:t>LIKELY PHISHING — Avoid This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212080"/>
            <a:ext cx="521208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Do not enter passwords or payment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09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EVALUATION  ·  TARGETS, NOT CLAIMED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We Measure What Actually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176272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1956816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1956816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77440"/>
            <a:ext cx="1956816" cy="11887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Of flagged sites, how many were truly phishing?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63040"/>
            <a:ext cx="2176272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600200"/>
            <a:ext cx="1956816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1920240"/>
            <a:ext cx="1956816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377440"/>
            <a:ext cx="1956816" cy="11887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Of real phishing sites, how many did we catch?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76272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600200"/>
            <a:ext cx="1956816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20240"/>
            <a:ext cx="1956816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377440"/>
            <a:ext cx="1956816" cy="11887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Single view of precision and recall together.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463040"/>
            <a:ext cx="2176272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1600200"/>
            <a:ext cx="1956816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1920240"/>
            <a:ext cx="1956816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ms-class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7" y="2377440"/>
            <a:ext cx="1956816" cy="11887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Time from page load to on-device verdict.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176272" cy="23317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1600200"/>
            <a:ext cx="1956816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MODEL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1920240"/>
            <a:ext cx="1956816" cy="4114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Compact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377440"/>
            <a:ext cx="1956816" cy="11887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Small enough to ship inside the extension.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77639"/>
            <a:ext cx="11292840" cy="105156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10972800" cy="868680"/>
          </a:xfrm>
          <a:prstGeom prst="rect">
            <a:avLst/>
          </a:prstGeom>
          <a:noFill/>
        </p:spPr>
        <p:txBody>
          <a:bodyPr wrap="square" lIns="73152" rIns="73152" tIns="36576" bIns="18288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Recall is the safety metric.  A missed phishing page (false negative) can expose a password.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We will tune thresholds to catch attacks first, then reduce false alarms.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57800"/>
            <a:ext cx="2880360" cy="36576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94376"/>
            <a:ext cx="2880360" cy="329184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Target detection quality: 95%+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257800"/>
            <a:ext cx="2788920" cy="3657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5294376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Not yet experimentally verified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257800"/>
            <a:ext cx="2331720" cy="3657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94376"/>
            <a:ext cx="2331720" cy="329184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Held-out test set planned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10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DATA  ·  PLANNED PUBLIC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Built and Tested Against Real-World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36192"/>
            <a:ext cx="333756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333756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PhishTank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40280"/>
            <a:ext cx="3337560" cy="6858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Community-verified phishing URLs as malicious examples.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536192"/>
            <a:ext cx="333756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810512"/>
            <a:ext cx="333756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OpenPhish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240280"/>
            <a:ext cx="3337560" cy="6858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Additional live phishing feeds for coverage and freshness.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536192"/>
            <a:ext cx="333756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BENIGN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1810512"/>
            <a:ext cx="333756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Tranco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40280"/>
            <a:ext cx="3337560" cy="6858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Popular legitimate websites as the safe class.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456432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3375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Feature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3456432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3375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Train / 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1" y="3456432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3375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2700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Model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3456432"/>
            <a:ext cx="292608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333756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Held-out eval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20624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" y="4315968"/>
            <a:ext cx="5385816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Consistent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4626864"/>
            <a:ext cx="5385816" cy="92354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The same 30–40 signals are computed for every URL and page snapshot.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0624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3" y="4315968"/>
            <a:ext cx="5385816" cy="32918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Generalization 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2783" y="4626864"/>
            <a:ext cx="5385816" cy="923544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We score the held-out set — not training accuracy — so results reflect new sites.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11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HONESTY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13232"/>
            <a:ext cx="11247120" cy="5943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Honest About the Gaps. Ready to Improve.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BBF24"/>
                </a:solidFill>
                <a:latin typeface="Calibri"/>
                <a:cs typeface="Calibri"/>
                <a:ea typeface="Calibri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120640" cy="297180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Cannot reliably check live domain age without an external service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Focused on web-based phishing, not every scam channel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Sophisticated attacks may still evade feature-based detection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Dynamic pages can change after the first analysis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False positives are possible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120640" cy="2971800"/>
          </a:xfrm>
          <a:prstGeom prst="rect">
            <a:avLst/>
          </a:prstGeom>
          <a:noFill/>
        </p:spPr>
        <p:txBody>
          <a:bodyPr wrap="square" lIns="36576" rIns="54864">
            <a:spAutoFit/>
          </a:bodyPr>
          <a:lstStyle/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Deeper behavioral analysis after load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Stronger typosquatting detection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Optional reputation lists (user-controlled)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Continuous model improvement</a:t>
            </a:r>
          </a:p>
          <a:p>
            <a:pPr>
              <a:lnSpc>
                <a:spcPct val="108000"/>
              </a:lnSpc>
              <a:spcBef>
                <a:spcPts val="30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▸  Richer social-engineering patterns and more browsers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9284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49240"/>
            <a:ext cx="11018520" cy="548640"/>
          </a:xfrm>
          <a:prstGeom prst="rect">
            <a:avLst/>
          </a:prstGeom>
          <a:noFill/>
        </p:spPr>
        <p:txBody>
          <a:bodyPr wrap="square" lIns="73152" rIns="73152" tIns="36576" bIns="18288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Hackathon-ready core: extract signals locally → score with a compact model → warn before submit. Extras stay optional so privacy remains the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28016"/>
            <a:ext cx="594360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PHISHGUARD  ·  ON-DEVICE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28016"/>
            <a:ext cx="15544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  <a:cs typeface="Calibri"/>
                <a:ea typeface="Calibri"/>
              </a:rPr>
              <a:t>12  /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11155680" cy="292608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Security Without Sacrificing Privacy.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See it in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91840" cy="9144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Identify suspicious phishing patterns in real time, in the tab the user is already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PROTECT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Warn before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77440"/>
            <a:ext cx="3291840" cy="9144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Give a clear Safe / Suspicious / Phishing call before sensitive data is entered.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14604">
            <a:solidFill>
              <a:srgbClr val="1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291840" cy="2286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PRESERVE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Keep it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291840" cy="91440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Run detection and ML inference on the device — not on someone else’s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749039"/>
            <a:ext cx="9601200" cy="640080"/>
          </a:xfrm>
          <a:prstGeom prst="roundRect">
            <a:avLst>
              <a:gd name="adj" fmla="val 8000"/>
            </a:avLst>
          </a:prstGeom>
          <a:solidFill>
            <a:srgbClr val="0A202A"/>
          </a:solidFill>
          <a:ln w="1651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794760"/>
            <a:ext cx="9326880" cy="548640"/>
          </a:xfrm>
          <a:prstGeom prst="rect">
            <a:avLst/>
          </a:prstGeom>
          <a:noFill/>
        </p:spPr>
        <p:txBody>
          <a:bodyPr wrap="square" lIns="73152" rIns="73152" tIns="36576" bIns="18288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67E8F9"/>
                </a:solidFill>
                <a:latin typeface="Calibri"/>
                <a:cs typeface="Calibri"/>
                <a:ea typeface="Calibri"/>
              </a:rPr>
              <a:t>Effective phishing detection doesn't have to mean sending user data to the cloud.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  <a:cs typeface="Calibri"/>
                <a:ea typeface="Calibri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1247120" cy="32004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2D3EE"/>
                </a:solidFill>
                <a:latin typeface="Calibri"/>
                <a:cs typeface="Calibri"/>
                <a:ea typeface="Calibri"/>
              </a:rPr>
              <a:t>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lIns="73152" rIns="73152" tIns="36576" bIns="18288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  <a:cs typeface="Calibri"/>
                <a:ea typeface="Calibri"/>
              </a:rPr>
              <a:t>[Team Name]   ·   github.com/[your-team]/phishguard   ·   [contact@email]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